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20d24903cd4010" /><Relationship Type="http://schemas.openxmlformats.org/officeDocument/2006/relationships/extended-properties" Target="/docProps/app.xml" Id="R2d8f284fa8c04966" /><Relationship Type="http://schemas.openxmlformats.org/officeDocument/2006/relationships/officeDocument" Target="/ppt/presentation.xml" Id="R89e088e8c61545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2a496a2fa145e3"/>
  </p:sldMasterIdLst>
  <p:notesMasterIdLst>
    <p:notesMasterId xmlns:r="http://schemas.openxmlformats.org/officeDocument/2006/relationships" r:id="R42c3db0609ed420a"/>
  </p:notesMasterIdLst>
  <p:sldIdLst>
    <p:sldId xmlns:r="http://schemas.openxmlformats.org/officeDocument/2006/relationships" id="256" r:id="R4e23fcd1dc964593"/>
    <p:sldId xmlns:r="http://schemas.openxmlformats.org/officeDocument/2006/relationships" id="257" r:id="Rb45974e2d5574d7c"/>
    <p:sldId xmlns:r="http://schemas.openxmlformats.org/officeDocument/2006/relationships" id="258" r:id="Rcbfc9d8d6ce44ea2"/>
    <p:sldId xmlns:r="http://schemas.openxmlformats.org/officeDocument/2006/relationships" id="259" r:id="R3f49e35ac728463c"/>
    <p:sldId xmlns:r="http://schemas.openxmlformats.org/officeDocument/2006/relationships" id="260" r:id="Ra12caebbb0a94f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2e97ce2d5c43f3" /><Relationship Type="http://schemas.openxmlformats.org/officeDocument/2006/relationships/slideMaster" Target="/ppt/slideMasters/slideMaster1.xml" Id="R592a496a2fa145e3" /><Relationship Type="http://schemas.openxmlformats.org/officeDocument/2006/relationships/notesMaster" Target="/ppt/notesMasters/notesMaster1.xml" Id="R42c3db0609ed420a" /><Relationship Type="http://schemas.openxmlformats.org/officeDocument/2006/relationships/presProps" Target="/ppt/presProps.xml" Id="R003b4b9dcf89440d" /><Relationship Type="http://schemas.openxmlformats.org/officeDocument/2006/relationships/tableStyles" Target="/ppt/tableStyles.xml" Id="Rd7e3c33b9edb4253" /><Relationship Type="http://schemas.openxmlformats.org/officeDocument/2006/relationships/slide" Target="/ppt/slides/slide1.xml" Id="R4e23fcd1dc964593" /><Relationship Type="http://schemas.openxmlformats.org/officeDocument/2006/relationships/slide" Target="/ppt/slides/slide2.xml" Id="Rb45974e2d5574d7c" /><Relationship Type="http://schemas.openxmlformats.org/officeDocument/2006/relationships/slide" Target="/ppt/slides/slide3.xml" Id="Rcbfc9d8d6ce44ea2" /><Relationship Type="http://schemas.openxmlformats.org/officeDocument/2006/relationships/slide" Target="/ppt/slides/slide4.xml" Id="R3f49e35ac728463c" /><Relationship Type="http://schemas.openxmlformats.org/officeDocument/2006/relationships/slide" Target="/ppt/slides/slide5.xml" Id="Ra12caebbb0a94f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65125fa56a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4ee8440783494f" /><Relationship Type="http://schemas.openxmlformats.org/officeDocument/2006/relationships/notesMaster" Target="/ppt/notesMasters/notesMaster1.xml" Id="Ra0bb1b5585fa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28c97444de4995" /><Relationship Type="http://schemas.openxmlformats.org/officeDocument/2006/relationships/notesMaster" Target="/ppt/notesMasters/notesMaster1.xml" Id="Rbfacaa81d0ba4a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bd1d7d5d95432b" /><Relationship Type="http://schemas.openxmlformats.org/officeDocument/2006/relationships/notesMaster" Target="/ppt/notesMasters/notesMaster1.xml" Id="Re0b94b9c2fac44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da387a44b94e9f" /><Relationship Type="http://schemas.openxmlformats.org/officeDocument/2006/relationships/notesMaster" Target="/ppt/notesMasters/notesMaster1.xml" Id="R04f21c7d3c6e4b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929e5664e044af" /><Relationship Type="http://schemas.openxmlformats.org/officeDocument/2006/relationships/notesMaster" Target="/ppt/notesMasters/notesMaster1.xml" Id="Rd497c61aa8874f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data is sourced from the Madison Dev Tracker API. Filters and included sections are captured at export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data is sourced from the Madison Dev Tracker API. Filters and included sections are captured at export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data is sourced from the Madison Dev Tracker API. Filters and included sections are captured at export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data is sourced from the Madison Dev Tracker API. Filters and included sections are captured at export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data is sourced from the Madison Dev Tracker API. Filters and included sections are captured at export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0c0862cc24a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911bcde4d64857" /><Relationship Type="http://schemas.openxmlformats.org/officeDocument/2006/relationships/slideLayout" Target="/ppt/slideLayouts/slideLayout1.xml" Id="R9c4809bdd68c45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4809bdd68c45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6ab76bfac4532" /><Relationship Type="http://schemas.openxmlformats.org/officeDocument/2006/relationships/image" Target="/ppt/media/image.png" Id="R684f7768e04a4c2a" /><Relationship Type="http://schemas.openxmlformats.org/officeDocument/2006/relationships/notesSlide" Target="/ppt/notesSlides/notesSlide1.xml" Id="Red94cad89baa43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57011585941ac" /><Relationship Type="http://schemas.openxmlformats.org/officeDocument/2006/relationships/image" Target="/ppt/media/image2.png" Id="Rf34f448784bf4157" /><Relationship Type="http://schemas.openxmlformats.org/officeDocument/2006/relationships/notesSlide" Target="/ppt/notesSlides/notesSlide2.xml" Id="R69c2476e9342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e4839c6844f56" /><Relationship Type="http://schemas.openxmlformats.org/officeDocument/2006/relationships/image" Target="/ppt/media/image3.png" Id="R369a73b7283342c0" /><Relationship Type="http://schemas.openxmlformats.org/officeDocument/2006/relationships/notesSlide" Target="/ppt/notesSlides/notesSlide3.xml" Id="R1bbf42dc02f444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e7e4a2f3b4e67" /><Relationship Type="http://schemas.openxmlformats.org/officeDocument/2006/relationships/image" Target="/ppt/media/image4.png" Id="Rd5be91612a4342db" /><Relationship Type="http://schemas.openxmlformats.org/officeDocument/2006/relationships/notesSlide" Target="/ppt/notesSlides/notesSlide4.xml" Id="R0848cf02ee1a4c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251d84daa4775" /><Relationship Type="http://schemas.openxmlformats.org/officeDocument/2006/relationships/image" Target="/ppt/media/image5.png" Id="R589bd4aa13a44422" /><Relationship Type="http://schemas.openxmlformats.org/officeDocument/2006/relationships/notesSlide" Target="/ppt/notesSlides/notesSlide5.xml" Id="Re83d8fe9093c42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9549BE-926A-4B2E-AE0F-B877032A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8FF5C-E925-47B5-A04D-7649ED27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A3FF"/>
                </a:solidFill>
                <a:latin typeface="Aptos"/>
                <a:ea typeface="Aptos"/>
                <a:cs typeface="Aptos"/>
              </a:rPr>
              <a:t>MADISON DEVELOPMENT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8692F-518C-48DE-A58F-BB2D3911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Portfolio executive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B0584-4CBB-4429-BE75-580604C5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All systems  ·  All developers  ·  Selected projects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f7768e04a4c2a"/>
          <a:stretch xmlns:a="http://schemas.openxmlformats.org/drawingml/2006/main"/>
        </p:blipFill>
        <p:spPr>
          <a:xfrm xmlns:a="http://schemas.openxmlformats.org/drawingml/2006/main">
            <a:off x="9810750" y="276155"/>
            <a:ext cx="1619250" cy="36208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48069-AD76-4DAD-AE4B-0F96068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26098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D82CB-68A7-4EE8-8D10-C2EB476D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TRACKED PROJECTS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094BC-2BA1-40C5-92D8-3A03A67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8AABE-424B-4FA6-AB13-B034BA2D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11 live  ·  1 in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0F9DF-0838-4BE8-8E90-E35FF409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95400"/>
            <a:ext cx="26098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5961F-A5C2-4B33-8212-F693E060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85900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LIVE 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0830C-F528-4180-876C-F6DB2071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D59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8D59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9918A-9778-4335-97BA-D37D017B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92% of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7CEB4-6FB2-4453-A2E9-1A5A4A89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95400"/>
            <a:ext cx="26098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F29BB-B64B-4746-AA51-075850D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85900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AVERAGE COMPLETION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3248D-16C6-4A24-B22B-CFFB8AED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6A3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A3FF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042AB-8270-4E9A-A960-A85C9B31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weighted across selected projects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5A264-8A49-4DF4-B111-D3A1FD95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95400"/>
            <a:ext cx="26098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2725B-2044-402E-A03F-86466053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85900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NEEDS ATTENTION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5C959-E5E0-4631-8770-362A2BFA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D59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8D59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BF3D7-73BA-4D81-A384-6298730D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 overdue project signals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DE4F4-F250-44BE-A7EA-E9536AEF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53340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8E3DE-F0AD-4D74-AB44-60C23B00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860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STATUS DISTRIBUTION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D1A43-7A31-44D3-85FC-10E4755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523942-3D7A-43D3-B62C-87B1A8F6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5ABCB-4F3A-4106-A9C8-D04096E4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3905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E684B-BE73-4734-B822-BC1E438B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36832-A8D5-4B40-8287-65B4FCDF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28F06C-6F8B-4D8F-A754-4F781DD7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905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87C670-F515-4E2F-B32E-F15CE4C6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25438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D2DA20-86B4-42A9-AE3A-0250641C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A24A1E-84D2-43A5-80D1-30DB2E2E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55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5F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72D619-75B7-4AED-BDC7-5803A3B8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3905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66148F-E299-4940-B3A1-1EACDFE0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220974-3E8D-4DD8-A851-0E16723B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4ECEA5-7FDC-4723-8746-37B86A8A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3905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D5B330-A40D-4FDF-854D-4D987E70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3579813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B8E92B-8188-4A6E-A6B0-CDD742FA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On Hold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F3E2E8-95AF-4732-9E0F-34E20F51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2009FC-9304-48D4-B104-39B91E5F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3905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5C1D97-D529-4102-9B0F-A4F8DC2B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55626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26740D-66E0-4E1D-B36A-EAFA1023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860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EXECUTIVE READOUT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D6C701-1813-49FC-84B9-15DEE880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9A72E1-021F-42C6-A063-1FBE3657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051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Delivery position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26C92A-7F28-4C5C-957E-A70F76F9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956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11 projects live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000A1D-CC6B-4D9E-92A4-9F4D6290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47F0FE-1F1D-44D9-B079-000CE0D0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Work in progress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0DE544-ED37-4128-976C-461F95DC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project in Development or UAT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7C62AC-5E60-467A-BD04-9C6F3088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BB676E-531C-4CA0-A370-C1E2954C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972B18-5709-4EFA-8901-B0B0CBDA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00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No overdue project signals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033686-7DED-4AF0-A02D-D2346EC5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235BAD-D4E8-4FC7-9A30-E8576A2B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625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Selection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D4CF3D-99B1-4784-9E15-D195BDF3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530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12 projects included in this report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E2F3C7-FCA8-4B47-90F9-BAC7425F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Madison Dev Tracker  ·  Executive reporting  ·  1/5</a:t>
            </a:r>
          </a:p>
        </p:txBody>
      </p:sp>
    </p:spTree>
    <p:extLst>
      <p:ext uri="{BB962C8B-B14F-4D97-AF65-F5344CB8AC3E}">
        <p14:creationId xmlns:p14="http://schemas.microsoft.com/office/powerpoint/2010/main" val="483718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5FDEF4-C980-4C74-A522-D121FA4E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E51E6-1A09-4A99-B496-D4320167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A3FF"/>
                </a:solidFill>
                <a:latin typeface="Aptos"/>
                <a:ea typeface="Aptos"/>
                <a:cs typeface="Aptos"/>
              </a:rPr>
              <a:t>MADISON DEVELOPMENT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22474-041D-476B-BBA7-C476643D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Delivery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26F83-DA8A-40C8-9B00-5FB44614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Current phase, progress, and next gate for the selected projects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f448784bf4157"/>
          <a:stretch xmlns:a="http://schemas.openxmlformats.org/drawingml/2006/main"/>
        </p:blipFill>
        <p:spPr>
          <a:xfrm xmlns:a="http://schemas.openxmlformats.org/drawingml/2006/main">
            <a:off x="9810750" y="276155"/>
            <a:ext cx="1619250" cy="36208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2310F-F2C2-4D5A-B779-82A778C3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6953250" cy="50482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6F8B8-BAF0-41EA-BF77-B4CE7467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14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PROJECT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350DA-CE11-46A5-855D-ECE61CCB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Brand Analysis Tool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5071F-F895-4934-8F8A-1C747071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  ·  John Carlo Manalo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F39B9-4880-411D-A739-841F55C6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5737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5784D-2ED1-42D8-81A3-4271B169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8859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61676-4B1C-4F9D-B724-5BA062E5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88798-746D-4BB6-94CF-AF198DE5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0502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EC0B6-BF39-4F9D-811C-DD2D7F0A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0502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939EA-F381-4D7E-9683-FB0E1D3D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Costing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C9A23-5998-4867-9C6A-EE305EE6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  ·  Unassigned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FD7E4-F83E-4BE8-9340-FB92569E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7172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AE413-DF64-464B-9C13-37A50660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003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2B25E-D24A-4BC0-B479-78B4C52C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907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BDC4C-F227-4B7D-A35C-680249F1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1937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5FEEE-FAFA-44A9-B2F7-08131D8F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1937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848C7-C822-49D7-AC85-E55E48E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Databank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168B4-028A-4A25-80EF-48C01B7B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  ·  Unassigned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60CF2-13D1-43EA-BCD2-DE526E34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8607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28BD5-FA7D-4AAC-99D6-44EFD6DD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146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D798F-12FA-4519-86EF-6EDE72AA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051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A99C6-624A-43D7-BCF3-844D20E5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3372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5CAE29-ACB3-41F7-9AD3-13333360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3372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3AD01A-62C5-43E1-90AE-0F248D3B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Development Tracker Tool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90A85-58CC-4ADB-B327-883FEB44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  ·  Mhark Anthony Pentinio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CC9758-FD5F-405B-AF9B-731B6F47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0042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34C1B-4B2D-4187-A793-090CBA5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290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AC60F8-D66C-4707-8E10-9C702B10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19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7BC698-D375-4717-B506-2CBE36F0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4807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796CE1-B463-4DA3-A95D-A8A8780C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4807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540D6A-11D2-489D-92FF-9468F112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Interactive ORG Chart for M88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382197-025F-47C8-8EFE-E6637719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  ·  John Carlo Manalo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65B23-0817-4890-BAEB-CDFD5320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1477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0F1B54-CB88-4A6D-A74F-D5065F3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433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F27C40-71E4-4472-8907-8E0B2ABE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338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09E73C-FAC8-4232-849D-75685DF2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6242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A6F788-E026-4260-9D21-27D11F1D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6242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D65507-17DF-4C19-9246-F5315BA2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Interns Productivity Tool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399148-3041-493E-940D-3DC93804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  ·  Unassigned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AC4C66-5992-42D9-81F3-81C2D923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2912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B32F46-9132-49D4-9175-AD7B5B20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4577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9A9B9B-696D-4E54-B064-27FF1F5F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81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F1C55B-3ABF-4CE6-9A5B-E300F842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7677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1CF762-B662-4819-8D0D-B5EDDC83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7677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6C87FB-C845-4CC6-9B3C-F475DF2E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IT Inventory System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3BE593-29B2-46AA-85B8-493CD877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  ·  Unassigned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09FC6B-A98C-4C67-B6EC-8A9019DE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4347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94D998-78C5-440F-974B-8BA066BF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9720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22468D-F2BB-458E-887F-3E79CC49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625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EAB207-376F-49D7-A19D-193D5432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181ABC-0331-4D34-9C61-89B08C1D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01C982-82A9-4C54-BE17-C6896A60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ITSM Tool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57CF6F-9A44-4F8F-A382-9B2BDABC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6737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  ·  John Carlo Manalo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6A1F69-5BBF-431A-AF38-94F7BF40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5782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AD1AF4-C5AE-4285-8080-C81A48A8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4864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3D8BAF-8F4E-471E-93F6-081588C6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E1A5A6-F266-4B09-AE1C-56CDBA3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0547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406D97-7AF0-4C71-B4AA-A216F17D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05475"/>
            <a:ext cx="23241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C4D3E7-7394-42BD-B400-8C49593D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295400"/>
            <a:ext cx="3924300" cy="5048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23D149-0E3B-4A02-A792-53CFF445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144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NEXT GATES &amp; RISKS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565FB0-2E52-4284-9E4A-B7627D27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 current gate or deadline signals.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E8D16F-695E-408A-A89D-74F065BB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Madison Dev Tracker  ·  Executive reporting  ·  2/5</a:t>
            </a:r>
          </a:p>
        </p:txBody>
      </p:sp>
    </p:spTree>
    <p:extLst>
      <p:ext uri="{BB962C8B-B14F-4D97-AF65-F5344CB8AC3E}">
        <p14:creationId xmlns:p14="http://schemas.microsoft.com/office/powerpoint/2010/main" val="842999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06C0A-20EB-4CFB-B0AD-56BE89FD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420BE-0236-4E8A-AFA2-5C9E4F98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A3FF"/>
                </a:solidFill>
                <a:latin typeface="Aptos"/>
                <a:ea typeface="Aptos"/>
                <a:cs typeface="Aptos"/>
              </a:rPr>
              <a:t>MADISON DEVELOPMENT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DBD3C-F670-4DD8-AC1A-6507BAAF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Team capacity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49C34-DEAD-4F93-A749-D1886C4A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Active project allocation across the selected projects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a73b7283342c0"/>
          <a:stretch xmlns:a="http://schemas.openxmlformats.org/drawingml/2006/main"/>
        </p:blipFill>
        <p:spPr>
          <a:xfrm xmlns:a="http://schemas.openxmlformats.org/drawingml/2006/main">
            <a:off x="9810750" y="276155"/>
            <a:ext cx="1619250" cy="36208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A7C8C-E9F0-4046-B5A4-7BA7357D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50482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4B9E5-58D6-4D89-A601-7D7F87DB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144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DEVELOPER 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714B3-2D67-488E-8E57-6C4CA41C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John Carlo Manalo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F8D04-73ED-4963-A35E-7B41F8D2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050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1 active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9CB8D-8272-4D29-85EE-86D5406E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619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3E527-44CE-4F0D-8466-4B50901B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1547813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3170B-0B66-4A59-8909-F704212F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05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25% allocated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59710-9856-48A8-9BDE-CFB68A5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Mhark Anthony Pentinio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BB546-22B9-4F71-B968-DEE3E2A0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0 active 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F1AC3-8FE2-4211-ADE4-97860D15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619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412D2-82BB-4B40-8E4F-1D03852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003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0% allocated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BACE6-F547-4531-9788-6B9DC7B3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Stephanie Joyce Guce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16B8A-0E1B-477D-A230-614360A1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0 active projects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3BB5E-4C30-4F1C-AD92-F0428204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43225"/>
            <a:ext cx="619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A0750-28D1-4669-8EE6-F59288B1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956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0% allocated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8C99D-CE60-4AFE-B6CB-7742388A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Unassigned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A03148-CE31-491D-9854-3AD3D407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0 active projects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BA3F3-2611-4526-BD54-0288FD97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38525"/>
            <a:ext cx="619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EB51E-57AE-4048-B388-F4546C52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390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0% allocated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7F4A4F-2DAF-43FF-8236-C4066C3F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Madison Dev Tracker  ·  Executive reporting  ·  3/5</a:t>
            </a:r>
          </a:p>
        </p:txBody>
      </p:sp>
    </p:spTree>
    <p:extLst>
      <p:ext uri="{BB962C8B-B14F-4D97-AF65-F5344CB8AC3E}">
        <p14:creationId xmlns:p14="http://schemas.microsoft.com/office/powerpoint/2010/main" val="627049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90A2C-B047-47A2-BF2E-FA1746E0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85EC0-BED3-4638-BA94-68354E82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A3FF"/>
                </a:solidFill>
                <a:latin typeface="Aptos"/>
                <a:ea typeface="Aptos"/>
                <a:cs typeface="Aptos"/>
              </a:rPr>
              <a:t>MADISON DEVELOPMENT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FD628-A6CB-44EF-9624-16326592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FTE benefits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7F744-9F29-48A3-9772-BFC58AD3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Policy-based capacity and cost impact for the selected projects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e91612a4342db"/>
          <a:stretch xmlns:a="http://schemas.openxmlformats.org/drawingml/2006/main"/>
        </p:blipFill>
        <p:spPr>
          <a:xfrm xmlns:a="http://schemas.openxmlformats.org/drawingml/2006/main">
            <a:off x="9810750" y="276155"/>
            <a:ext cx="1619250" cy="36208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BE1FE-7050-49A2-A86E-DA2F51C4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6BA89-2EB4-4635-9285-CEC5100E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144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CAPACITY RELEASED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2316C-B193-4435-A9AD-5A4DBC7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8D59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8D59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34ED0-B3CA-49DA-98D4-41A3387F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43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projects with a policy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547D4-D4CC-4F72-856C-E9697339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38300"/>
            <a:ext cx="200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DD90A-C50C-4A84-A941-AD76D6AD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781175"/>
            <a:ext cx="1695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Time saved / month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DD2AF-01D3-4D98-B268-A8AF9EE8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977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 hrs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7B52C-24E4-488D-A4DB-0CEF9275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38300"/>
            <a:ext cx="200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3F0A1-9C99-4BE5-97B1-2981E2F4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81175"/>
            <a:ext cx="1695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FTE equivalent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0D422-3727-44DF-9A7C-F66438F3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977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8252F-8C47-4FE5-B1F3-80131B1D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38300"/>
            <a:ext cx="200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06930-3C71-4BE2-80F1-4954F941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81175"/>
            <a:ext cx="1695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Annual cost avoidance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B44E7-ED6B-4270-9834-F569D806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977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04411-E46D-4614-9D24-BD19FB6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11252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94DCA-5BE0-4C8E-BFA9-688EBF10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PROJECT BENEFIT BREAKDOWN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37A81-1109-42C2-A734-9D383284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 selected project has a completed Benefits Calculation Policy baseline.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11801-9C83-4563-B828-42FDF0BF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Madison Dev Tracker  ·  Executive reporting  ·  4/5</a:t>
            </a:r>
          </a:p>
        </p:txBody>
      </p:sp>
    </p:spTree>
    <p:extLst>
      <p:ext uri="{BB962C8B-B14F-4D97-AF65-F5344CB8AC3E}">
        <p14:creationId xmlns:p14="http://schemas.microsoft.com/office/powerpoint/2010/main" val="385457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1D9606F-0F94-4CF9-BED3-1F05D54A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00903-EB60-4610-A0AE-B609870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A3FF"/>
                </a:solidFill>
                <a:latin typeface="Aptos"/>
                <a:ea typeface="Aptos"/>
                <a:cs typeface="Aptos"/>
              </a:rPr>
              <a:t>MADISON DEVELOPMENT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8514D-E358-4541-B239-78E4E3E5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Project register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02574-AB70-4E81-9AE5-E1D9A4C3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A concise delivery view for executive review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bd4aa13a44422"/>
          <a:stretch xmlns:a="http://schemas.openxmlformats.org/drawingml/2006/main"/>
        </p:blipFill>
        <p:spPr>
          <a:xfrm xmlns:a="http://schemas.openxmlformats.org/drawingml/2006/main">
            <a:off x="9810750" y="276155"/>
            <a:ext cx="1619250" cy="36208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EBD03-867D-4BC7-9EB8-22048FC4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50482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D23E1-7F7B-43C6-896D-F14CE8FF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E1EAC-F6DC-4EBF-BD8F-2F79BE27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BA3E2-BB8D-4C5E-BB5B-EB2D50EF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FD67B-C25F-475C-8D7A-B5BDC3B3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240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10D10-43BD-4797-99E3-57A20741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24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0DF46-B7E3-4D50-BE21-AFE1BE30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240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NEXT GATE /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DA62F-1902-44DB-AE48-9DA3B336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F03B5-1671-4D14-9BE0-FBCFDA7B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1057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D7FDC-0D85-40BE-A932-EF1F20C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Brand Analysis Tool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516DA-0D4B-4BB6-889B-D686C78C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4310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9E06A-7CD2-4B8A-971D-0D303A04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4310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John Carlo Manalo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EEA8A-2689-4555-B797-78E74A2C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3357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33C88-CA16-41B6-B400-2AA9716F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962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D6AF4-1D6C-475B-B3C5-CA9095F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9DE7E-AA65-4828-9783-59B3A440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4310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62893-46E1-4A32-BA95-01C33808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9550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B3E2F-84CC-4782-A5BD-6AD4928A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PO Cutting Automation Hub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7F8A5-DD88-418D-B4A9-80B50119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90BA9-7A46-4D9A-9EBB-9202079B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4315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John Carlo Manalo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72052-3ED5-4CDB-833E-B243036E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C63E31-BCBA-4AEE-8D80-FAF51F9A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622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3F7630-F4F0-452E-8CFA-F6AB6CAB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A804E9-8331-40B4-B327-4FA1F86D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4315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Frontend Development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52DDC5-F31B-4226-AAFB-2856A733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9555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7A9A38-DC3E-4045-AC4A-B5E092CF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57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8F3992-FAE1-452B-B689-12779C39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ITSM Tool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5CB2FB-0FD3-42A3-B362-886279B4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878B77-E843-4F50-BC91-3B63D906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John Carlo Manalo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13D1DC-F585-4E78-9CC2-575FFA20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3367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90BA68-8C45-42AD-96C2-B325FD02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622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A764F9-C3CA-4778-A156-2B2C4619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33EC93-E2BD-45B9-ACB6-7177E991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4320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D94161-065C-4C57-8826-8FB08B6A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DA7DEC-8D4D-481A-86EF-40B085B5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Development Tracker Tool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E7C877-75A7-47BC-B3C0-44F5EEEC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5BB148-0213-4042-8008-506CB6C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Mhark Anthony Pentinio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30A2C6-0A32-402E-A054-6CA33EEE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3372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A6EF42-CF7A-4198-9558-2079796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1623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9D5E35-BC26-4599-B6DF-38B36DA3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605DE0-6C0A-478E-B2B5-3367DF53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4325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1A4BCA-442E-40B0-AFDF-8FC591D7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9565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039528-F575-4A4E-BD80-F2551471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1057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4DE790-B840-4934-8A50-8277A44E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Logistic Power Bi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9BA2E2-387D-4869-AFCF-E0DA8B6C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E4E9F1-9E70-42C5-8582-B0410111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Stephanie Joyce Guce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7E9C29-9B33-4891-ADBB-C34FFC44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3377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71FDE6-5E14-4A83-81A4-9B565D63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5623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8166F4-E663-46E6-9416-27CD44F2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7C0CBF-5AE8-4534-AE32-A1C2C3BB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B298CE-CF87-4DBE-9D3E-23FD31FF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9570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C7A3BC-3547-4C5E-82BA-364E0326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IT Inventory System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E8CDAC-A047-4C47-8B2F-3F50FE5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DB7EF7-A772-48CF-B6B3-AA8323B0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4335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Unassigned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439EAD3-0B25-4603-BA64-F1C21F2F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DE5A8C-E256-46D6-B3AE-C108A7CA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9624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1C9EBF-D1B6-427B-A00F-1AFD595B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64D683-B028-48BB-933E-D7C81C93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4335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DCD3D2F-EF6D-4681-8E75-375ABA21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9575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B15FCC-97D7-452B-8389-99D3C055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57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0DC5D1-4953-4E74-9C29-7A274EA8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Trim Automation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1B6428-4E3F-42CC-AA97-0306E23C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32659A-CF88-47D8-87BE-FFFF97B6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4340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Mhark Anthony Pentinio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0C1137-003A-4A40-BB96-A311E47A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3F81943-D0F4-4FD9-A409-56154C09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624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E7D1A2-A70C-41A8-A3E4-72FC086F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DC49F3-9D93-45B7-9DEA-4F0D2568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4340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96405F3-480F-4E81-94F9-0B2579E4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9580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2A4D9E-E049-49C2-B582-C17B82F7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Interns Productivity Tool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F115C8A-6C7F-4854-B43B-E13BA7F5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364782-3898-4428-8CAF-9C68A51C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4345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Unassigned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2B3F6CE-76FE-4966-BD9F-9600F213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3392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9C5AC40-39B9-4B43-A9F5-46FA91F9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625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13C870B-2B25-4FAA-8236-1673DB08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434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74C5AB3-B6D3-46AC-90C0-EF68168F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4345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59E1EC-D74C-441A-BD18-C2FB123B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9585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5959822-4B7A-4589-B291-73A95EE0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57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768D3A-4639-4286-8738-4082798A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Costing Validation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8E007D7-E779-40A6-B948-22FED021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4350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CD1213D-605D-4127-83C4-3D106D92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Unassigned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19AD714-C34F-46F4-AC69-777ABAD9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3397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EED5F29-6732-4C7D-B4A9-F14B314C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1625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74F5D71-8A58-4C37-958C-AD076696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4350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12DC3CC-54EC-4195-899A-1C034713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14350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86FA177-AAA3-4553-9127-644D1092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9590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C15AB33-4FD2-4D84-88BB-CEA8DB75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Databank Management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0751E3-C28F-460E-9312-A97B2922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4355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C151563-0413-48DD-95B8-C4298E8D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4355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Unassigned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2286C23-8577-40B4-95BA-014DA513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3402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79C92A6-732A-40D7-A4C0-0D8ADCFA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5626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D938A5F-BAC7-4A60-B97C-7DA6A849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435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26B7BE6-6726-4DC3-B50F-8AD4825F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54355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7FDAC07-DDFE-4620-AFD5-83489DD9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69595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FD056C8-FC46-4393-86F2-4674B77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Showing 10 of 12 selected projects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D70640-7CB5-4D54-A819-7F40161D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Madison Dev Tracker  ·  Executive reporting  ·  5/5</a:t>
            </a:r>
          </a:p>
        </p:txBody>
      </p:sp>
    </p:spTree>
    <p:extLst>
      <p:ext uri="{BB962C8B-B14F-4D97-AF65-F5344CB8AC3E}">
        <p14:creationId xmlns:p14="http://schemas.microsoft.com/office/powerpoint/2010/main" val="69439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2026-10-06T02:22:08.6950000Z</dcterms:created>
  <dcterms:modified xsi:type="dcterms:W3CDTF">2026-10-06T02:22:08.6960000Z</dcterms:modified>
</coreProperties>
</file>