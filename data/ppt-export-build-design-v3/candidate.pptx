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ef64195e9f41b8" /><Relationship Type="http://schemas.openxmlformats.org/officeDocument/2006/relationships/extended-properties" Target="/docProps/app.xml" Id="R70fb3cdd056a41a7" /><Relationship Type="http://schemas.openxmlformats.org/officeDocument/2006/relationships/officeDocument" Target="/ppt/presentation.xml" Id="R620014e1991648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864ef49ee2490b"/>
  </p:sldMasterIdLst>
  <p:notesMasterIdLst>
    <p:notesMasterId xmlns:r="http://schemas.openxmlformats.org/officeDocument/2006/relationships" r:id="R2f33942f266e4681"/>
  </p:notesMasterIdLst>
  <p:sldIdLst>
    <p:sldId xmlns:r="http://schemas.openxmlformats.org/officeDocument/2006/relationships" id="256" r:id="R42d164bc2fae40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f8353cdef148c1" /><Relationship Type="http://schemas.openxmlformats.org/officeDocument/2006/relationships/slideMaster" Target="/ppt/slideMasters/slideMaster1.xml" Id="R53864ef49ee2490b" /><Relationship Type="http://schemas.openxmlformats.org/officeDocument/2006/relationships/notesMaster" Target="/ppt/notesMasters/notesMaster1.xml" Id="R2f33942f266e4681" /><Relationship Type="http://schemas.openxmlformats.org/officeDocument/2006/relationships/presProps" Target="/ppt/presProps.xml" Id="R9802120fd1894dd3" /><Relationship Type="http://schemas.openxmlformats.org/officeDocument/2006/relationships/tableStyles" Target="/ppt/tableStyles.xml" Id="Ra765276daaf84763" /><Relationship Type="http://schemas.openxmlformats.org/officeDocument/2006/relationships/slide" Target="/ppt/slides/slide1.xml" Id="R42d164bc2fae40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20db4cb0d545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13f267a6254f61" /><Relationship Type="http://schemas.openxmlformats.org/officeDocument/2006/relationships/notesMaster" Target="/ppt/notesMasters/notesMaster1.xml" Id="R06ee0938e6f249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data is sourced from the Madison Dev Tracker API. Status, task counts, dates, and FTE figures are generated from the selected project record at export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119de021a46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1ca4e2d2fa401b" /><Relationship Type="http://schemas.openxmlformats.org/officeDocument/2006/relationships/slideLayout" Target="/ppt/slideLayouts/slideLayout1.xml" Id="Rd3c0a4b7a29140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c0a4b7a29140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60bb583574a0f" /><Relationship Type="http://schemas.openxmlformats.org/officeDocument/2006/relationships/notesSlide" Target="/ppt/notesSlides/notesSlide1.xml" Id="R4e88f3ac379343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341543D-3D86-4991-8D5E-71029397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B193D-292B-4167-8BEB-68AAB758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A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A3FF"/>
                </a:solidFill>
                <a:latin typeface="Aptos"/>
                <a:ea typeface="Aptos"/>
                <a:cs typeface="Aptos"/>
              </a:rPr>
              <a:t>MADISON DEVELOPMENT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23860-4203-481B-8172-6909F71E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Brand Analysis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73788-97FA-4A7A-9D50-51EB2819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  ·  John Carlo Manalo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17477-D399-4646-AC99-B25EA992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8625"/>
            <a:ext cx="1562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D2F8F-9BF3-4CE8-B0A5-F5152E63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67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05671-3A49-45EA-B072-AD3BD320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810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Executive project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C414E-37EF-4C99-A8F1-71B34AA4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9D2BC-4C6F-4A58-8DD4-643830DA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954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DELIVERY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901EE-D9C6-4626-B1E7-FC9988EA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24025"/>
            <a:ext cx="1571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8D59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8D597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7C4CE-7171-4314-85D2-C7E757E3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overall completion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6C6DB-5239-4B80-91DC-4B8CACC2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BFF9E-F2B3-4ED3-89EB-988355DE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240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1/1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FBB40-B326-4E65-B608-DDDEB6FF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47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tasks completed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F968B-8630-4B9F-96A2-62F6E319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573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A6390-1D49-4837-BBBA-8284E69D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CURRENT PHASE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C1A01-E88B-4B9E-A2BF-B0244D97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240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8D59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8D597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B02EE-80F5-4AF6-8A6E-8E1CFFAB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47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Next gate: Hypercare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6DECB-40B2-4BE4-B3DD-4C48ADB2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3AA17-6C8F-4C6B-8526-13284140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954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DELIVERY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58CF5-27E3-41D8-96CA-195629CF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24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141FF-3C7E-48DD-A397-542DB99B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10382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76C0A-C5AF-418B-8763-EB6488C1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10382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4743E-34CF-4F9D-917B-A34E7708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111252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DBB181-6567-4491-9B8C-B2DC50A3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SDLC DELIVERY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8C290-550F-478B-9B9E-A5679991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765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6 of 7 gates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A1B1D0-1F3E-4AF4-9252-8EE7E73D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9486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AEE038-5BDC-45CB-97F3-C009DFA0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790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1BA0DF-EC2F-473A-BCCB-BE33404B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31A0BE-5935-4A79-8F8F-05586A0D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803748-DD1D-4B55-9BF4-72D616AF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Data Gathering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7C7D06-C416-4474-A429-D88ABA60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E8F86D-9C25-4AA0-95D8-699B0D61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4BB05-F742-42B0-96B9-225B69BA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732B5F-4E29-4B8E-A116-78A5C5F2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ACCEC0-734A-4272-B9DF-BB81D53A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89A0FD-046F-4170-AB2E-6903B88D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FB4896-D799-4136-B738-EB4809FD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0BE8A3-4C2D-4792-AF47-EB933138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4A7742-4237-486E-8AA8-00C9D6EA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UAT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C56E00-5BD7-42DE-AD72-28CECF0E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A220EC-3ABA-4196-BF21-9DA0D4D8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658F04-CC99-47E6-855C-01958772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Go-Live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7C0729-A4A9-48F0-9C5C-19C53C73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C3442A-2784-4BA1-BB81-8453641C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6D034E-F53B-419C-8431-55D3B67C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AE15B9-C078-4529-932D-31197900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FA5DA7-D74F-4670-B6D9-29EEDE84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56B602-3D5E-496B-AF2F-89DCC675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Hypercare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CDF0A7-AAA9-4E97-ADCE-EEB965F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35052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7C0676-7591-49AF-A089-6544F127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DATES &amp; GATES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46B684-A4DE-4C6F-8BA9-124ECF35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Started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EF54F7-A6D6-4FE6-92AA-B55FE25E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958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Sep 14, 2026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2F8D00-8F82-477C-BAB8-FAFAF883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Live since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F28A66-865A-41C3-820D-47E72A85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244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Sep 28, 2026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3C7A42-107B-43A1-AC54-2EFC8245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Next phase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9A659A-D61A-44D8-A104-0EA8FCA7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530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Hypercare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49759A-AD56-44A6-AD81-89315CC2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00550"/>
            <a:ext cx="35052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5581F85-1DEE-4287-91A1-3BCF5A81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TASK OUTLOOK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9B2C29-37CF-408F-960D-33B3D460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Pipeline / Dev / UAT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4A9FE7-B92B-4103-A479-378F1749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958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 / 0 / 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1834341-0DB4-4EF6-B022-45187E5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Live / On hold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5EEAF4-2298-41E9-8CEA-8ADF3BDA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244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/ 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C41615-397A-45C1-B8FA-881EFE36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530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Overdue tasks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4AF1A2-2A46-4027-8249-8E258F49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530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61BBC0-831C-49D4-96A3-37C1392B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81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Next task due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F37274-D57B-4AFD-AF0A-68788112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816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ABEFCA-8B45-4E7A-954D-2134F81C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00550"/>
            <a:ext cx="35052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C154347-3086-451E-BB61-12AB5221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91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AEBD671-5D3E-4761-9F7E-E810BF42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Time saved / month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D449E2-6AAD-4C46-8ECB-F2BBCE5E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958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500 hrs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DE279F5-B57F-42F3-8CB2-0FEB8363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244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FTE equivalent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39A765-4DB1-4980-AEED-3941D355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244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3.13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BC97C1F-FB01-44D5-9F91-A0B2B557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530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Annual cost impact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D136F7-E4CB-45D6-BCE5-B5CCA548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3530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PHP 2,812,500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3EAA6F-A61E-442F-9EDE-2836FF7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0A94108-5D43-4F20-9B70-1F22351C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531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B1B78E-656D-4FCA-8227-76F3CD22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436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Complete hypercare checks and confirm handover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8F6BE1-ABE0-4C7A-99C4-CAFE6EB7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Prepared Oct 6, 2026  ·  Madison Dev Tracker</a:t>
            </a:r>
          </a:p>
        </p:txBody>
      </p:sp>
    </p:spTree>
    <p:extLst>
      <p:ext uri="{BB962C8B-B14F-4D97-AF65-F5344CB8AC3E}">
        <p14:creationId xmlns:p14="http://schemas.microsoft.com/office/powerpoint/2010/main" val="2028326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2026-10-06T02:03:28.0140000Z</dcterms:created>
  <dcterms:modified xsi:type="dcterms:W3CDTF">2026-10-06T02:03:28.0140000Z</dcterms:modified>
</coreProperties>
</file>